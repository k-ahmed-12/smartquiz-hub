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10287000" cx="18288000"/>
  <p:notesSz cx="6858000" cy="9144000"/>
  <p:embeddedFontLst>
    <p:embeddedFont>
      <p:font typeface="Archivo Black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hxTH40qOsRWSnXqvK9LU0Hrk+E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ArchivoBlack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jpg"/><Relationship Id="rId4" Type="http://schemas.openxmlformats.org/officeDocument/2006/relationships/image" Target="../media/image20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jpg"/><Relationship Id="rId4" Type="http://schemas.openxmlformats.org/officeDocument/2006/relationships/image" Target="../media/image19.jpg"/><Relationship Id="rId5" Type="http://schemas.openxmlformats.org/officeDocument/2006/relationships/image" Target="../media/image13.jpg"/><Relationship Id="rId6" Type="http://schemas.openxmlformats.org/officeDocument/2006/relationships/image" Target="../media/image10.jpg"/><Relationship Id="rId7" Type="http://schemas.openxmlformats.org/officeDocument/2006/relationships/image" Target="../media/image11.jp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jp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jpg"/><Relationship Id="rId4" Type="http://schemas.openxmlformats.org/officeDocument/2006/relationships/image" Target="../media/image2.png"/><Relationship Id="rId5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jp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jp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jp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jpg"/><Relationship Id="rId4" Type="http://schemas.openxmlformats.org/officeDocument/2006/relationships/image" Target="../media/image25.pn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jpg"/><Relationship Id="rId4" Type="http://schemas.openxmlformats.org/officeDocument/2006/relationships/image" Target="../media/image25.png"/><Relationship Id="rId5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jpg"/><Relationship Id="rId4" Type="http://schemas.openxmlformats.org/officeDocument/2006/relationships/image" Target="../media/image25.png"/><Relationship Id="rId5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jpg"/><Relationship Id="rId4" Type="http://schemas.openxmlformats.org/officeDocument/2006/relationships/image" Target="../media/image25.png"/><Relationship Id="rId5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jpg"/><Relationship Id="rId4" Type="http://schemas.openxmlformats.org/officeDocument/2006/relationships/image" Target="../media/image25.png"/><Relationship Id="rId5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jp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jp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jpg"/><Relationship Id="rId4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jpg"/><Relationship Id="rId4" Type="http://schemas.openxmlformats.org/officeDocument/2006/relationships/image" Target="../media/image25.png"/><Relationship Id="rId5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jpg"/><Relationship Id="rId4" Type="http://schemas.openxmlformats.org/officeDocument/2006/relationships/image" Target="../media/image25.png"/><Relationship Id="rId5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1" l="0" r="0" t="-3362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5379298" y="8311463"/>
            <a:ext cx="1880002" cy="946837"/>
          </a:xfrm>
          <a:custGeom>
            <a:rect b="b" l="l" r="r" t="t"/>
            <a:pathLst>
              <a:path extrusionOk="0"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028700" y="1028700"/>
            <a:ext cx="797433" cy="707541"/>
          </a:xfrm>
          <a:custGeom>
            <a:rect b="b" l="l" r="r" t="t"/>
            <a:pathLst>
              <a:path extrusionOk="0" h="707541" w="797433">
                <a:moveTo>
                  <a:pt x="0" y="0"/>
                </a:moveTo>
                <a:lnTo>
                  <a:pt x="797433" y="0"/>
                </a:lnTo>
                <a:lnTo>
                  <a:pt x="797433" y="707541"/>
                </a:lnTo>
                <a:lnTo>
                  <a:pt x="0" y="707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7885470" y="6394076"/>
            <a:ext cx="9373830" cy="370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48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Smart. Simple. Secure — the future of online assessment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968701" y="1304925"/>
            <a:ext cx="4321082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 08/11/2025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6485854" y="3950633"/>
            <a:ext cx="10773446" cy="2304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7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85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SMARTQUIZ HUB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1" l="0" r="0" t="-3362"/>
            </a:stretch>
          </a:blipFill>
          <a:ln>
            <a:noFill/>
          </a:ln>
        </p:spPr>
      </p:sp>
      <p:cxnSp>
        <p:nvCxnSpPr>
          <p:cNvPr id="95" name="Google Shape;95;p2"/>
          <p:cNvCxnSpPr/>
          <p:nvPr/>
        </p:nvCxnSpPr>
        <p:spPr>
          <a:xfrm>
            <a:off x="-585133" y="8805859"/>
            <a:ext cx="18873133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2"/>
          <p:cNvCxnSpPr/>
          <p:nvPr/>
        </p:nvCxnSpPr>
        <p:spPr>
          <a:xfrm>
            <a:off x="-585133" y="9334500"/>
            <a:ext cx="18873133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7" name="Google Shape;97;p2"/>
          <p:cNvGrpSpPr/>
          <p:nvPr/>
        </p:nvGrpSpPr>
        <p:grpSpPr>
          <a:xfrm>
            <a:off x="1250509" y="2938298"/>
            <a:ext cx="3261144" cy="3261144"/>
            <a:chOff x="0" y="0"/>
            <a:chExt cx="8790178" cy="8790178"/>
          </a:xfrm>
        </p:grpSpPr>
        <p:sp>
          <p:nvSpPr>
            <p:cNvPr id="98" name="Google Shape;98;p2"/>
            <p:cNvSpPr/>
            <p:nvPr/>
          </p:nvSpPr>
          <p:spPr>
            <a:xfrm>
              <a:off x="149225" y="149225"/>
              <a:ext cx="8491728" cy="8491728"/>
            </a:xfrm>
            <a:custGeom>
              <a:rect b="b" l="l" r="r" t="t"/>
              <a:pathLst>
                <a:path extrusionOk="0"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6897" l="0" r="0" t="-6898"/>
              </a:stretch>
            </a:blipFill>
            <a:ln>
              <a:noFill/>
            </a:ln>
          </p:spPr>
        </p:sp>
        <p:sp>
          <p:nvSpPr>
            <p:cNvPr id="99" name="Google Shape;99;p2"/>
            <p:cNvSpPr/>
            <p:nvPr/>
          </p:nvSpPr>
          <p:spPr>
            <a:xfrm>
              <a:off x="0" y="0"/>
              <a:ext cx="8790178" cy="8790178"/>
            </a:xfrm>
            <a:custGeom>
              <a:rect b="b" l="l" r="r" t="t"/>
              <a:pathLst>
                <a:path extrusionOk="0"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100" name="Google Shape;100;p2"/>
          <p:cNvGrpSpPr/>
          <p:nvPr/>
        </p:nvGrpSpPr>
        <p:grpSpPr>
          <a:xfrm>
            <a:off x="5542303" y="2938298"/>
            <a:ext cx="3261144" cy="3261144"/>
            <a:chOff x="0" y="0"/>
            <a:chExt cx="8790178" cy="8790178"/>
          </a:xfrm>
        </p:grpSpPr>
        <p:sp>
          <p:nvSpPr>
            <p:cNvPr id="101" name="Google Shape;101;p2"/>
            <p:cNvSpPr/>
            <p:nvPr/>
          </p:nvSpPr>
          <p:spPr>
            <a:xfrm>
              <a:off x="149225" y="149225"/>
              <a:ext cx="8491728" cy="8491728"/>
            </a:xfrm>
            <a:custGeom>
              <a:rect b="b" l="l" r="r" t="t"/>
              <a:pathLst>
                <a:path extrusionOk="0"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16332" l="0" r="0" t="-16330"/>
              </a:stretch>
            </a:blipFill>
            <a:ln>
              <a:noFill/>
            </a:ln>
          </p:spPr>
        </p:sp>
        <p:sp>
          <p:nvSpPr>
            <p:cNvPr id="102" name="Google Shape;102;p2"/>
            <p:cNvSpPr/>
            <p:nvPr/>
          </p:nvSpPr>
          <p:spPr>
            <a:xfrm>
              <a:off x="0" y="0"/>
              <a:ext cx="8790178" cy="8790178"/>
            </a:xfrm>
            <a:custGeom>
              <a:rect b="b" l="l" r="r" t="t"/>
              <a:pathLst>
                <a:path extrusionOk="0"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103" name="Google Shape;103;p2"/>
          <p:cNvGrpSpPr/>
          <p:nvPr/>
        </p:nvGrpSpPr>
        <p:grpSpPr>
          <a:xfrm>
            <a:off x="9601067" y="2938298"/>
            <a:ext cx="3261144" cy="3261144"/>
            <a:chOff x="0" y="0"/>
            <a:chExt cx="8790178" cy="8790178"/>
          </a:xfrm>
        </p:grpSpPr>
        <p:sp>
          <p:nvSpPr>
            <p:cNvPr id="104" name="Google Shape;104;p2"/>
            <p:cNvSpPr/>
            <p:nvPr/>
          </p:nvSpPr>
          <p:spPr>
            <a:xfrm>
              <a:off x="149225" y="149225"/>
              <a:ext cx="8491728" cy="8491728"/>
            </a:xfrm>
            <a:custGeom>
              <a:rect b="b" l="l" r="r" t="t"/>
              <a:pathLst>
                <a:path extrusionOk="0"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16663" l="0" r="0" t="-16664"/>
              </a:stretch>
            </a:blipFill>
            <a:ln>
              <a:noFill/>
            </a:ln>
          </p:spPr>
        </p:sp>
        <p:sp>
          <p:nvSpPr>
            <p:cNvPr id="105" name="Google Shape;105;p2"/>
            <p:cNvSpPr/>
            <p:nvPr/>
          </p:nvSpPr>
          <p:spPr>
            <a:xfrm>
              <a:off x="0" y="0"/>
              <a:ext cx="8790178" cy="8790178"/>
            </a:xfrm>
            <a:custGeom>
              <a:rect b="b" l="l" r="r" t="t"/>
              <a:pathLst>
                <a:path extrusionOk="0"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106" name="Google Shape;106;p2"/>
          <p:cNvGrpSpPr/>
          <p:nvPr/>
        </p:nvGrpSpPr>
        <p:grpSpPr>
          <a:xfrm>
            <a:off x="13776346" y="2938298"/>
            <a:ext cx="3261144" cy="3261144"/>
            <a:chOff x="0" y="0"/>
            <a:chExt cx="8790178" cy="8790178"/>
          </a:xfrm>
        </p:grpSpPr>
        <p:sp>
          <p:nvSpPr>
            <p:cNvPr id="107" name="Google Shape;107;p2"/>
            <p:cNvSpPr/>
            <p:nvPr/>
          </p:nvSpPr>
          <p:spPr>
            <a:xfrm>
              <a:off x="149225" y="149225"/>
              <a:ext cx="8491728" cy="8491728"/>
            </a:xfrm>
            <a:custGeom>
              <a:rect b="b" l="l" r="r" t="t"/>
              <a:pathLst>
                <a:path extrusionOk="0"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16663" l="0" r="0" t="-16664"/>
              </a:stretch>
            </a:blipFill>
            <a:ln>
              <a:noFill/>
            </a:ln>
          </p:spPr>
        </p:sp>
        <p:sp>
          <p:nvSpPr>
            <p:cNvPr id="108" name="Google Shape;108;p2"/>
            <p:cNvSpPr/>
            <p:nvPr/>
          </p:nvSpPr>
          <p:spPr>
            <a:xfrm>
              <a:off x="0" y="0"/>
              <a:ext cx="8790178" cy="8790178"/>
            </a:xfrm>
            <a:custGeom>
              <a:rect b="b" l="l" r="r" t="t"/>
              <a:pathLst>
                <a:path extrusionOk="0"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109" name="Google Shape;109;p2"/>
          <p:cNvSpPr/>
          <p:nvPr/>
        </p:nvSpPr>
        <p:spPr>
          <a:xfrm>
            <a:off x="2568735" y="7658855"/>
            <a:ext cx="624692" cy="623129"/>
          </a:xfrm>
          <a:custGeom>
            <a:rect b="b" l="l" r="r" t="t"/>
            <a:pathLst>
              <a:path extrusionOk="0" h="623129" w="624692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122459" l="-117864" r="0" t="0"/>
            </a:stretch>
          </a:blipFill>
          <a:ln>
            <a:noFill/>
          </a:ln>
        </p:spPr>
      </p:sp>
      <p:sp>
        <p:nvSpPr>
          <p:cNvPr id="110" name="Google Shape;110;p2"/>
          <p:cNvSpPr/>
          <p:nvPr/>
        </p:nvSpPr>
        <p:spPr>
          <a:xfrm>
            <a:off x="6744014" y="7658855"/>
            <a:ext cx="624692" cy="623129"/>
          </a:xfrm>
          <a:custGeom>
            <a:rect b="b" l="l" r="r" t="t"/>
            <a:pathLst>
              <a:path extrusionOk="0" h="623129" w="624692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122459" l="-117864" r="0" t="0"/>
            </a:stretch>
          </a:blipFill>
          <a:ln>
            <a:noFill/>
          </a:ln>
        </p:spPr>
      </p:sp>
      <p:sp>
        <p:nvSpPr>
          <p:cNvPr id="111" name="Google Shape;111;p2"/>
          <p:cNvSpPr/>
          <p:nvPr/>
        </p:nvSpPr>
        <p:spPr>
          <a:xfrm>
            <a:off x="10919293" y="7658855"/>
            <a:ext cx="624692" cy="623129"/>
          </a:xfrm>
          <a:custGeom>
            <a:rect b="b" l="l" r="r" t="t"/>
            <a:pathLst>
              <a:path extrusionOk="0" h="623129" w="624692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122459" l="-117864" r="0" t="0"/>
            </a:stretch>
          </a:blipFill>
          <a:ln>
            <a:noFill/>
          </a:ln>
        </p:spPr>
      </p:sp>
      <p:sp>
        <p:nvSpPr>
          <p:cNvPr id="112" name="Google Shape;112;p2"/>
          <p:cNvSpPr/>
          <p:nvPr/>
        </p:nvSpPr>
        <p:spPr>
          <a:xfrm>
            <a:off x="15094572" y="7658855"/>
            <a:ext cx="624692" cy="623129"/>
          </a:xfrm>
          <a:custGeom>
            <a:rect b="b" l="l" r="r" t="t"/>
            <a:pathLst>
              <a:path extrusionOk="0" h="623129" w="624692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122459" l="-117864" r="0" t="0"/>
            </a:stretch>
          </a:blipFill>
          <a:ln>
            <a:noFill/>
          </a:ln>
        </p:spPr>
      </p:sp>
      <p:sp>
        <p:nvSpPr>
          <p:cNvPr id="113" name="Google Shape;113;p2"/>
          <p:cNvSpPr txBox="1"/>
          <p:nvPr/>
        </p:nvSpPr>
        <p:spPr>
          <a:xfrm>
            <a:off x="5542303" y="1123950"/>
            <a:ext cx="7203393" cy="785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8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Our team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915229" y="6547601"/>
            <a:ext cx="3931704" cy="3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Md Wayez Rahman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4968721" y="6547601"/>
            <a:ext cx="4175279" cy="3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 Kawshik Ahmed Kanak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1250509" y="7033397"/>
            <a:ext cx="3261144" cy="31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20232010010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5425788" y="7033397"/>
            <a:ext cx="3261144" cy="31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20232012010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9174347" y="6547601"/>
            <a:ext cx="4114584" cy="3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Sazid Hossain Antu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9601067" y="7033397"/>
            <a:ext cx="3261144" cy="31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20232145010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13380106" y="6547601"/>
            <a:ext cx="4053624" cy="3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Nusrat Nisha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13776346" y="7033397"/>
            <a:ext cx="3261144" cy="31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20232153010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1" l="0" r="0" t="-3362"/>
            </a:stretch>
          </a:blipFill>
          <a:ln>
            <a:noFill/>
          </a:ln>
        </p:spPr>
      </p:sp>
      <p:sp>
        <p:nvSpPr>
          <p:cNvPr id="127" name="Google Shape;127;p3"/>
          <p:cNvSpPr/>
          <p:nvPr/>
        </p:nvSpPr>
        <p:spPr>
          <a:xfrm>
            <a:off x="1028700" y="7829356"/>
            <a:ext cx="2611028" cy="1428944"/>
          </a:xfrm>
          <a:custGeom>
            <a:rect b="b" l="l" r="r" t="t"/>
            <a:pathLst>
              <a:path extrusionOk="0" h="1428944" w="2611028">
                <a:moveTo>
                  <a:pt x="0" y="0"/>
                </a:moveTo>
                <a:lnTo>
                  <a:pt x="2611028" y="0"/>
                </a:lnTo>
                <a:lnTo>
                  <a:pt x="2611028" y="1428944"/>
                </a:lnTo>
                <a:lnTo>
                  <a:pt x="0" y="14289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3"/>
          <p:cNvSpPr txBox="1"/>
          <p:nvPr/>
        </p:nvSpPr>
        <p:spPr>
          <a:xfrm>
            <a:off x="1028700" y="1247775"/>
            <a:ext cx="5660824" cy="662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8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Instructed By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5816501" y="2289006"/>
            <a:ext cx="5814060" cy="1749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ZAHRUL JANNAT PEYA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ASSISTANT PROFESSOR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 AND ENGINEERING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NORTH WESTERN UNIVERSITY, KHULNA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1" l="0" r="0" t="-3362"/>
            </a:stretch>
          </a:blipFill>
          <a:ln>
            <a:noFill/>
          </a:ln>
        </p:spPr>
      </p:sp>
      <p:cxnSp>
        <p:nvCxnSpPr>
          <p:cNvPr id="135" name="Google Shape;135;p4"/>
          <p:cNvCxnSpPr/>
          <p:nvPr/>
        </p:nvCxnSpPr>
        <p:spPr>
          <a:xfrm>
            <a:off x="-585133" y="8805859"/>
            <a:ext cx="18873133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" name="Google Shape;136;p4"/>
          <p:cNvCxnSpPr/>
          <p:nvPr/>
        </p:nvCxnSpPr>
        <p:spPr>
          <a:xfrm>
            <a:off x="-585133" y="9334500"/>
            <a:ext cx="18873133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4"/>
          <p:cNvSpPr/>
          <p:nvPr/>
        </p:nvSpPr>
        <p:spPr>
          <a:xfrm>
            <a:off x="2095936" y="5404604"/>
            <a:ext cx="1672526" cy="702461"/>
          </a:xfrm>
          <a:custGeom>
            <a:rect b="b" l="l" r="r" t="t"/>
            <a:pathLst>
              <a:path extrusionOk="0"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4"/>
          <p:cNvSpPr/>
          <p:nvPr/>
        </p:nvSpPr>
        <p:spPr>
          <a:xfrm>
            <a:off x="8307737" y="5404604"/>
            <a:ext cx="1672526" cy="702461"/>
          </a:xfrm>
          <a:custGeom>
            <a:rect b="b" l="l" r="r" t="t"/>
            <a:pathLst>
              <a:path extrusionOk="0"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4"/>
          <p:cNvSpPr/>
          <p:nvPr/>
        </p:nvSpPr>
        <p:spPr>
          <a:xfrm>
            <a:off x="14519538" y="5404604"/>
            <a:ext cx="1672526" cy="702461"/>
          </a:xfrm>
          <a:custGeom>
            <a:rect b="b" l="l" r="r" t="t"/>
            <a:pathLst>
              <a:path extrusionOk="0"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4"/>
          <p:cNvSpPr/>
          <p:nvPr/>
        </p:nvSpPr>
        <p:spPr>
          <a:xfrm rot="10800000">
            <a:off x="11159450" y="-140976"/>
            <a:ext cx="2611028" cy="4114800"/>
          </a:xfrm>
          <a:custGeom>
            <a:rect b="b" l="l" r="r" t="t"/>
            <a:pathLst>
              <a:path extrusionOk="0"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4"/>
          <p:cNvSpPr txBox="1"/>
          <p:nvPr/>
        </p:nvSpPr>
        <p:spPr>
          <a:xfrm>
            <a:off x="1028700" y="1557564"/>
            <a:ext cx="7279037" cy="1519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8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Objectives and Goals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1028700" y="3190994"/>
            <a:ext cx="882335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Clarify the project's main overall objectives and goals.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1028700" y="6475512"/>
            <a:ext cx="380699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 # 1</a:t>
            </a:r>
            <a:endParaRPr/>
          </a:p>
        </p:txBody>
      </p:sp>
      <p:sp>
        <p:nvSpPr>
          <p:cNvPr id="144" name="Google Shape;144;p4"/>
          <p:cNvSpPr txBox="1"/>
          <p:nvPr/>
        </p:nvSpPr>
        <p:spPr>
          <a:xfrm>
            <a:off x="7240501" y="6475512"/>
            <a:ext cx="380699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 # 2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424020" y="7078855"/>
            <a:ext cx="5016359" cy="737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Automate quiz creation and evaluation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6635821" y="7078855"/>
            <a:ext cx="501635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Enhance exam integrity and fairness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13452302" y="6475512"/>
            <a:ext cx="380699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 # 3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12847622" y="7078855"/>
            <a:ext cx="5016359" cy="737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 insightful performance analytics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1" l="0" r="0" t="-3362"/>
            </a:stretch>
          </a:blipFill>
          <a:ln>
            <a:noFill/>
          </a:ln>
        </p:spPr>
      </p:sp>
      <p:sp>
        <p:nvSpPr>
          <p:cNvPr id="154" name="Google Shape;154;p5"/>
          <p:cNvSpPr/>
          <p:nvPr/>
        </p:nvSpPr>
        <p:spPr>
          <a:xfrm>
            <a:off x="1028700" y="7829356"/>
            <a:ext cx="2611028" cy="1428944"/>
          </a:xfrm>
          <a:custGeom>
            <a:rect b="b" l="l" r="r" t="t"/>
            <a:pathLst>
              <a:path extrusionOk="0" h="1428944" w="2611028">
                <a:moveTo>
                  <a:pt x="0" y="0"/>
                </a:moveTo>
                <a:lnTo>
                  <a:pt x="2611028" y="0"/>
                </a:lnTo>
                <a:lnTo>
                  <a:pt x="2611028" y="1428944"/>
                </a:lnTo>
                <a:lnTo>
                  <a:pt x="0" y="14289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5"/>
          <p:cNvSpPr txBox="1"/>
          <p:nvPr/>
        </p:nvSpPr>
        <p:spPr>
          <a:xfrm>
            <a:off x="1028700" y="1247775"/>
            <a:ext cx="5660824" cy="1233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8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Technical Framework</a:t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1028700" y="3285172"/>
            <a:ext cx="5814060" cy="28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🛠️TECHNOLOGY STACK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Frontend: HTML5, CSS3, JavaScript, Bootstrap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Backend: PHP (Procedural / OOP)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Database: MySQL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Server: XAMPP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Security: Custom Authentication System</a:t>
            </a:r>
            <a:endParaRPr/>
          </a:p>
        </p:txBody>
      </p:sp>
      <p:sp>
        <p:nvSpPr>
          <p:cNvPr id="157" name="Google Shape;157;p5"/>
          <p:cNvSpPr txBox="1"/>
          <p:nvPr/>
        </p:nvSpPr>
        <p:spPr>
          <a:xfrm>
            <a:off x="12061118" y="3285172"/>
            <a:ext cx="5814060" cy="2101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🏗️SYSTEM ARCHITECTURE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ThREE-TIER ARCHITECTURE: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PRESENTATION LAYER – UI/UX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APPLICATION LAYER – PHP BUSINESS LOGIC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DATA LAYER – MYSQL DATABASE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6842760" y="3285172"/>
            <a:ext cx="5814060" cy="1749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🔗 DATABASE DESIGN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9 NORMALIZED TABLES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SECURE RELATIONSHIPS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OPTIMIZED QUERIES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BACKUP &amp; RECOVERY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1" l="0" r="0" t="-3362"/>
            </a:stretch>
          </a:blipFill>
          <a:ln>
            <a:noFill/>
          </a:ln>
        </p:spPr>
      </p:sp>
      <p:cxnSp>
        <p:nvCxnSpPr>
          <p:cNvPr id="164" name="Google Shape;164;p6"/>
          <p:cNvCxnSpPr/>
          <p:nvPr/>
        </p:nvCxnSpPr>
        <p:spPr>
          <a:xfrm>
            <a:off x="-585133" y="8805859"/>
            <a:ext cx="18873133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" name="Google Shape;165;p6"/>
          <p:cNvCxnSpPr/>
          <p:nvPr/>
        </p:nvCxnSpPr>
        <p:spPr>
          <a:xfrm>
            <a:off x="-585133" y="9334500"/>
            <a:ext cx="18873133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p6"/>
          <p:cNvCxnSpPr/>
          <p:nvPr/>
        </p:nvCxnSpPr>
        <p:spPr>
          <a:xfrm>
            <a:off x="1028700" y="4292535"/>
            <a:ext cx="13838306" cy="0"/>
          </a:xfrm>
          <a:prstGeom prst="straightConnector1">
            <a:avLst/>
          </a:prstGeom>
          <a:noFill/>
          <a:ln cap="rnd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6"/>
          <p:cNvSpPr/>
          <p:nvPr/>
        </p:nvSpPr>
        <p:spPr>
          <a:xfrm rot="5400000">
            <a:off x="15074698" y="3103895"/>
            <a:ext cx="1629446" cy="2396244"/>
          </a:xfrm>
          <a:custGeom>
            <a:rect b="b" l="l" r="r" t="t"/>
            <a:pathLst>
              <a:path extrusionOk="0" h="2396244" w="1629446">
                <a:moveTo>
                  <a:pt x="0" y="0"/>
                </a:moveTo>
                <a:lnTo>
                  <a:pt x="1629446" y="0"/>
                </a:lnTo>
                <a:lnTo>
                  <a:pt x="1629446" y="2396244"/>
                </a:lnTo>
                <a:lnTo>
                  <a:pt x="0" y="23962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6"/>
          <p:cNvSpPr txBox="1"/>
          <p:nvPr/>
        </p:nvSpPr>
        <p:spPr>
          <a:xfrm>
            <a:off x="1028700" y="1162887"/>
            <a:ext cx="5683548" cy="785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8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Timeline</a:t>
            </a:r>
            <a:endParaRPr/>
          </a:p>
        </p:txBody>
      </p:sp>
      <p:grpSp>
        <p:nvGrpSpPr>
          <p:cNvPr id="169" name="Google Shape;169;p6"/>
          <p:cNvGrpSpPr/>
          <p:nvPr/>
        </p:nvGrpSpPr>
        <p:grpSpPr>
          <a:xfrm>
            <a:off x="1067082" y="5619184"/>
            <a:ext cx="2277734" cy="1922723"/>
            <a:chOff x="0" y="-28575"/>
            <a:chExt cx="3036979" cy="2563631"/>
          </a:xfrm>
        </p:grpSpPr>
        <p:sp>
          <p:nvSpPr>
            <p:cNvPr id="170" name="Google Shape;170;p6"/>
            <p:cNvSpPr txBox="1"/>
            <p:nvPr/>
          </p:nvSpPr>
          <p:spPr>
            <a:xfrm>
              <a:off x="0" y="-28575"/>
              <a:ext cx="3036979" cy="5323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1st Quarter</a:t>
              </a:r>
              <a:endParaRPr/>
            </a:p>
          </p:txBody>
        </p:sp>
        <p:sp>
          <p:nvSpPr>
            <p:cNvPr id="171" name="Google Shape;171;p6"/>
            <p:cNvSpPr txBox="1"/>
            <p:nvPr/>
          </p:nvSpPr>
          <p:spPr>
            <a:xfrm>
              <a:off x="0" y="622859"/>
              <a:ext cx="3036979" cy="19121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 interaction (Front end layer)</a:t>
              </a:r>
              <a:endParaRPr/>
            </a:p>
          </p:txBody>
        </p:sp>
      </p:grpSp>
      <p:grpSp>
        <p:nvGrpSpPr>
          <p:cNvPr id="172" name="Google Shape;172;p6"/>
          <p:cNvGrpSpPr/>
          <p:nvPr/>
        </p:nvGrpSpPr>
        <p:grpSpPr>
          <a:xfrm>
            <a:off x="5005388" y="5619184"/>
            <a:ext cx="2277734" cy="1922723"/>
            <a:chOff x="0" y="-28575"/>
            <a:chExt cx="3036979" cy="2563631"/>
          </a:xfrm>
        </p:grpSpPr>
        <p:sp>
          <p:nvSpPr>
            <p:cNvPr id="173" name="Google Shape;173;p6"/>
            <p:cNvSpPr txBox="1"/>
            <p:nvPr/>
          </p:nvSpPr>
          <p:spPr>
            <a:xfrm>
              <a:off x="0" y="-28575"/>
              <a:ext cx="3036979" cy="5323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2nd Quarter</a:t>
              </a:r>
              <a:endParaRPr/>
            </a:p>
          </p:txBody>
        </p:sp>
        <p:sp>
          <p:nvSpPr>
            <p:cNvPr id="174" name="Google Shape;174;p6"/>
            <p:cNvSpPr txBox="1"/>
            <p:nvPr/>
          </p:nvSpPr>
          <p:spPr>
            <a:xfrm>
              <a:off x="0" y="622859"/>
              <a:ext cx="3036979" cy="19121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Application processing</a:t>
              </a:r>
              <a:endParaRPr/>
            </a:p>
            <a:p>
              <a:pPr indent="0" lvl="0" marL="0" marR="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(Backend Layer)</a:t>
              </a:r>
              <a:endParaRPr/>
            </a:p>
          </p:txBody>
        </p:sp>
      </p:grpSp>
      <p:grpSp>
        <p:nvGrpSpPr>
          <p:cNvPr id="175" name="Google Shape;175;p6"/>
          <p:cNvGrpSpPr/>
          <p:nvPr/>
        </p:nvGrpSpPr>
        <p:grpSpPr>
          <a:xfrm>
            <a:off x="8982075" y="5619184"/>
            <a:ext cx="2277734" cy="1922723"/>
            <a:chOff x="0" y="-28575"/>
            <a:chExt cx="3036979" cy="2563631"/>
          </a:xfrm>
        </p:grpSpPr>
        <p:sp>
          <p:nvSpPr>
            <p:cNvPr id="176" name="Google Shape;176;p6"/>
            <p:cNvSpPr txBox="1"/>
            <p:nvPr/>
          </p:nvSpPr>
          <p:spPr>
            <a:xfrm>
              <a:off x="0" y="-28575"/>
              <a:ext cx="3036979" cy="5323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3rd Quarter</a:t>
              </a:r>
              <a:endParaRPr/>
            </a:p>
          </p:txBody>
        </p:sp>
        <p:sp>
          <p:nvSpPr>
            <p:cNvPr id="177" name="Google Shape;177;p6"/>
            <p:cNvSpPr txBox="1"/>
            <p:nvPr/>
          </p:nvSpPr>
          <p:spPr>
            <a:xfrm>
              <a:off x="0" y="622859"/>
              <a:ext cx="3036979" cy="19121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Management (Database Layer)</a:t>
              </a:r>
              <a:endParaRPr/>
            </a:p>
          </p:txBody>
        </p:sp>
      </p:grpSp>
      <p:grpSp>
        <p:nvGrpSpPr>
          <p:cNvPr id="178" name="Google Shape;178;p6"/>
          <p:cNvGrpSpPr/>
          <p:nvPr/>
        </p:nvGrpSpPr>
        <p:grpSpPr>
          <a:xfrm>
            <a:off x="12963582" y="5619184"/>
            <a:ext cx="4123962" cy="1198823"/>
            <a:chOff x="0" y="-28575"/>
            <a:chExt cx="5498615" cy="1598431"/>
          </a:xfrm>
        </p:grpSpPr>
        <p:sp>
          <p:nvSpPr>
            <p:cNvPr id="179" name="Google Shape;179;p6"/>
            <p:cNvSpPr txBox="1"/>
            <p:nvPr/>
          </p:nvSpPr>
          <p:spPr>
            <a:xfrm>
              <a:off x="0" y="-28575"/>
              <a:ext cx="5498615" cy="5323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4th Quarter</a:t>
              </a:r>
              <a:endParaRPr/>
            </a:p>
          </p:txBody>
        </p:sp>
        <p:sp>
          <p:nvSpPr>
            <p:cNvPr id="180" name="Google Shape;180;p6"/>
            <p:cNvSpPr txBox="1"/>
            <p:nvPr/>
          </p:nvSpPr>
          <p:spPr>
            <a:xfrm>
              <a:off x="0" y="622859"/>
              <a:ext cx="5498615" cy="946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Security &amp; Server Operations</a:t>
              </a:r>
              <a:endParaRPr/>
            </a:p>
          </p:txBody>
        </p:sp>
      </p:grpSp>
      <p:sp>
        <p:nvSpPr>
          <p:cNvPr id="181" name="Google Shape;181;p6"/>
          <p:cNvSpPr/>
          <p:nvPr/>
        </p:nvSpPr>
        <p:spPr>
          <a:xfrm>
            <a:off x="1028700" y="4102116"/>
            <a:ext cx="380752" cy="380752"/>
          </a:xfrm>
          <a:custGeom>
            <a:rect b="b" l="l" r="r" t="t"/>
            <a:pathLst>
              <a:path extrusionOk="0"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6"/>
          <p:cNvSpPr/>
          <p:nvPr/>
        </p:nvSpPr>
        <p:spPr>
          <a:xfrm>
            <a:off x="5005388" y="4102116"/>
            <a:ext cx="380752" cy="380752"/>
          </a:xfrm>
          <a:custGeom>
            <a:rect b="b" l="l" r="r" t="t"/>
            <a:pathLst>
              <a:path extrusionOk="0"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6"/>
          <p:cNvSpPr/>
          <p:nvPr/>
        </p:nvSpPr>
        <p:spPr>
          <a:xfrm>
            <a:off x="8982075" y="4102116"/>
            <a:ext cx="380752" cy="380752"/>
          </a:xfrm>
          <a:custGeom>
            <a:rect b="b" l="l" r="r" t="t"/>
            <a:pathLst>
              <a:path extrusionOk="0"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6"/>
          <p:cNvSpPr/>
          <p:nvPr/>
        </p:nvSpPr>
        <p:spPr>
          <a:xfrm>
            <a:off x="12958763" y="4102116"/>
            <a:ext cx="380752" cy="380752"/>
          </a:xfrm>
          <a:custGeom>
            <a:rect b="b" l="l" r="r" t="t"/>
            <a:pathLst>
              <a:path extrusionOk="0"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1" l="0" r="0" t="-3362"/>
            </a:stretch>
          </a:blipFill>
          <a:ln>
            <a:noFill/>
          </a:ln>
        </p:spPr>
      </p:sp>
      <p:pic>
        <p:nvPicPr>
          <p:cNvPr id="190" name="Google Shape;190;p7"/>
          <p:cNvPicPr preferRelativeResize="0"/>
          <p:nvPr/>
        </p:nvPicPr>
        <p:blipFill rotWithShape="1">
          <a:blip r:embed="rId4">
            <a:alphaModFix/>
          </a:blip>
          <a:srcRect b="1800" l="0" r="28051" t="1801"/>
          <a:stretch/>
        </p:blipFill>
        <p:spPr>
          <a:xfrm>
            <a:off x="5130243" y="194360"/>
            <a:ext cx="13157757" cy="9916427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7"/>
          <p:cNvSpPr txBox="1"/>
          <p:nvPr/>
        </p:nvSpPr>
        <p:spPr>
          <a:xfrm>
            <a:off x="1752166" y="4073525"/>
            <a:ext cx="3120902" cy="1749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Supports adaptive question delivery and randomized sets to maintain exam integrity.</a:t>
            </a:r>
            <a:endParaRPr/>
          </a:p>
        </p:txBody>
      </p:sp>
      <p:sp>
        <p:nvSpPr>
          <p:cNvPr id="192" name="Google Shape;192;p7"/>
          <p:cNvSpPr txBox="1"/>
          <p:nvPr/>
        </p:nvSpPr>
        <p:spPr>
          <a:xfrm>
            <a:off x="1044134" y="4073525"/>
            <a:ext cx="46767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93" name="Google Shape;193;p7"/>
          <p:cNvSpPr txBox="1"/>
          <p:nvPr/>
        </p:nvSpPr>
        <p:spPr>
          <a:xfrm>
            <a:off x="1028700" y="1129691"/>
            <a:ext cx="46767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94" name="Google Shape;194;p7"/>
          <p:cNvSpPr txBox="1"/>
          <p:nvPr/>
        </p:nvSpPr>
        <p:spPr>
          <a:xfrm>
            <a:off x="1059569" y="7017359"/>
            <a:ext cx="46767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95" name="Google Shape;195;p7"/>
          <p:cNvSpPr txBox="1"/>
          <p:nvPr/>
        </p:nvSpPr>
        <p:spPr>
          <a:xfrm>
            <a:off x="1736732" y="861124"/>
            <a:ext cx="3120902" cy="2454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smart platform for creating, managing, and analyzing quizzes efficiently — ensuring automation, fairness, and insightful performance tracking.</a:t>
            </a:r>
            <a:endParaRPr/>
          </a:p>
        </p:txBody>
      </p:sp>
      <p:sp>
        <p:nvSpPr>
          <p:cNvPr id="196" name="Google Shape;196;p7"/>
          <p:cNvSpPr txBox="1"/>
          <p:nvPr/>
        </p:nvSpPr>
        <p:spPr>
          <a:xfrm>
            <a:off x="1736732" y="7017359"/>
            <a:ext cx="3120902" cy="1749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Provides real-time analytics and automated grading to simplify instructor workload.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1" l="0" r="0" t="-3362"/>
            </a:stretch>
          </a:blipFill>
          <a:ln>
            <a:noFill/>
          </a:ln>
        </p:spPr>
      </p:sp>
      <p:sp>
        <p:nvSpPr>
          <p:cNvPr id="202" name="Google Shape;202;p8"/>
          <p:cNvSpPr/>
          <p:nvPr/>
        </p:nvSpPr>
        <p:spPr>
          <a:xfrm>
            <a:off x="13456423" y="1883102"/>
            <a:ext cx="3802877" cy="1486579"/>
          </a:xfrm>
          <a:custGeom>
            <a:rect b="b" l="l" r="r" t="t"/>
            <a:pathLst>
              <a:path extrusionOk="0" h="1486579" w="3802877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8"/>
          <p:cNvSpPr/>
          <p:nvPr/>
        </p:nvSpPr>
        <p:spPr>
          <a:xfrm>
            <a:off x="0" y="1829475"/>
            <a:ext cx="11301259" cy="6356958"/>
          </a:xfrm>
          <a:custGeom>
            <a:rect b="b" l="l" r="r" t="t"/>
            <a:pathLst>
              <a:path extrusionOk="0" h="6356958" w="11301259">
                <a:moveTo>
                  <a:pt x="0" y="0"/>
                </a:moveTo>
                <a:lnTo>
                  <a:pt x="11301259" y="0"/>
                </a:lnTo>
                <a:lnTo>
                  <a:pt x="113012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8"/>
          <p:cNvSpPr txBox="1"/>
          <p:nvPr/>
        </p:nvSpPr>
        <p:spPr>
          <a:xfrm>
            <a:off x="10055907" y="4218713"/>
            <a:ext cx="7203393" cy="789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8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Log-In Panel</a:t>
            </a:r>
            <a:endParaRPr/>
          </a:p>
        </p:txBody>
      </p:sp>
      <p:sp>
        <p:nvSpPr>
          <p:cNvPr id="205" name="Google Shape;205;p8"/>
          <p:cNvSpPr txBox="1"/>
          <p:nvPr/>
        </p:nvSpPr>
        <p:spPr>
          <a:xfrm>
            <a:off x="11445651" y="5712804"/>
            <a:ext cx="5813649" cy="737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Secure login panel for students and admins with role-based access control.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1" l="0" r="0" t="-3362"/>
            </a:stretch>
          </a:blipFill>
          <a:ln>
            <a:noFill/>
          </a:ln>
        </p:spPr>
      </p:sp>
      <p:sp>
        <p:nvSpPr>
          <p:cNvPr id="211" name="Google Shape;211;p9"/>
          <p:cNvSpPr/>
          <p:nvPr/>
        </p:nvSpPr>
        <p:spPr>
          <a:xfrm>
            <a:off x="13456423" y="1883102"/>
            <a:ext cx="3802877" cy="1486579"/>
          </a:xfrm>
          <a:custGeom>
            <a:rect b="b" l="l" r="r" t="t"/>
            <a:pathLst>
              <a:path extrusionOk="0" h="1486579" w="3802877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9"/>
          <p:cNvSpPr/>
          <p:nvPr/>
        </p:nvSpPr>
        <p:spPr>
          <a:xfrm>
            <a:off x="144393" y="1965021"/>
            <a:ext cx="11301259" cy="6356958"/>
          </a:xfrm>
          <a:custGeom>
            <a:rect b="b" l="l" r="r" t="t"/>
            <a:pathLst>
              <a:path extrusionOk="0" h="6356958" w="11301259">
                <a:moveTo>
                  <a:pt x="0" y="0"/>
                </a:moveTo>
                <a:lnTo>
                  <a:pt x="11301258" y="0"/>
                </a:lnTo>
                <a:lnTo>
                  <a:pt x="113012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9"/>
          <p:cNvSpPr txBox="1"/>
          <p:nvPr/>
        </p:nvSpPr>
        <p:spPr>
          <a:xfrm>
            <a:off x="10055907" y="4218713"/>
            <a:ext cx="7203393" cy="789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8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Admin Panel</a:t>
            </a:r>
            <a:endParaRPr/>
          </a:p>
        </p:txBody>
      </p:sp>
      <p:sp>
        <p:nvSpPr>
          <p:cNvPr id="214" name="Google Shape;214;p9"/>
          <p:cNvSpPr txBox="1"/>
          <p:nvPr/>
        </p:nvSpPr>
        <p:spPr>
          <a:xfrm>
            <a:off x="11445651" y="5712804"/>
            <a:ext cx="5813649" cy="737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Central dashboard for managing users, quizzes, and results.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1" l="0" r="0" t="-3362"/>
            </a:stretch>
          </a:blipFill>
          <a:ln>
            <a:noFill/>
          </a:ln>
        </p:spPr>
      </p:sp>
      <p:sp>
        <p:nvSpPr>
          <p:cNvPr id="220" name="Google Shape;220;p10"/>
          <p:cNvSpPr/>
          <p:nvPr/>
        </p:nvSpPr>
        <p:spPr>
          <a:xfrm>
            <a:off x="13456423" y="1883102"/>
            <a:ext cx="3802877" cy="1486579"/>
          </a:xfrm>
          <a:custGeom>
            <a:rect b="b" l="l" r="r" t="t"/>
            <a:pathLst>
              <a:path extrusionOk="0" h="1486579" w="3802877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10"/>
          <p:cNvSpPr/>
          <p:nvPr/>
        </p:nvSpPr>
        <p:spPr>
          <a:xfrm>
            <a:off x="144393" y="1829475"/>
            <a:ext cx="11301259" cy="6356958"/>
          </a:xfrm>
          <a:custGeom>
            <a:rect b="b" l="l" r="r" t="t"/>
            <a:pathLst>
              <a:path extrusionOk="0" h="6356958" w="11301259">
                <a:moveTo>
                  <a:pt x="0" y="0"/>
                </a:moveTo>
                <a:lnTo>
                  <a:pt x="11301258" y="0"/>
                </a:lnTo>
                <a:lnTo>
                  <a:pt x="113012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10"/>
          <p:cNvSpPr txBox="1"/>
          <p:nvPr/>
        </p:nvSpPr>
        <p:spPr>
          <a:xfrm>
            <a:off x="10055907" y="4218713"/>
            <a:ext cx="7203393" cy="789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8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Admin Panel</a:t>
            </a:r>
            <a:endParaRPr/>
          </a:p>
        </p:txBody>
      </p:sp>
      <p:sp>
        <p:nvSpPr>
          <p:cNvPr id="223" name="Google Shape;223;p10"/>
          <p:cNvSpPr txBox="1"/>
          <p:nvPr/>
        </p:nvSpPr>
        <p:spPr>
          <a:xfrm>
            <a:off x="11445651" y="5712804"/>
            <a:ext cx="581364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admin dashboard provides complete control over quizzes, users, and system settings.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1" l="0" r="0" t="-3362"/>
            </a:stretch>
          </a:blipFill>
          <a:ln>
            <a:noFill/>
          </a:ln>
        </p:spPr>
      </p:sp>
      <p:sp>
        <p:nvSpPr>
          <p:cNvPr id="229" name="Google Shape;229;p11"/>
          <p:cNvSpPr/>
          <p:nvPr/>
        </p:nvSpPr>
        <p:spPr>
          <a:xfrm>
            <a:off x="13456423" y="1883102"/>
            <a:ext cx="3802877" cy="1486579"/>
          </a:xfrm>
          <a:custGeom>
            <a:rect b="b" l="l" r="r" t="t"/>
            <a:pathLst>
              <a:path extrusionOk="0" h="1486579" w="3802877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11"/>
          <p:cNvSpPr/>
          <p:nvPr/>
        </p:nvSpPr>
        <p:spPr>
          <a:xfrm>
            <a:off x="144393" y="1829475"/>
            <a:ext cx="11301259" cy="6356958"/>
          </a:xfrm>
          <a:custGeom>
            <a:rect b="b" l="l" r="r" t="t"/>
            <a:pathLst>
              <a:path extrusionOk="0" h="6356958" w="11301259">
                <a:moveTo>
                  <a:pt x="0" y="0"/>
                </a:moveTo>
                <a:lnTo>
                  <a:pt x="11301258" y="0"/>
                </a:lnTo>
                <a:lnTo>
                  <a:pt x="113012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p11"/>
          <p:cNvSpPr txBox="1"/>
          <p:nvPr/>
        </p:nvSpPr>
        <p:spPr>
          <a:xfrm>
            <a:off x="10055907" y="4218713"/>
            <a:ext cx="7203393" cy="789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8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Admin Panel</a:t>
            </a:r>
            <a:endParaRPr/>
          </a:p>
        </p:txBody>
      </p:sp>
      <p:sp>
        <p:nvSpPr>
          <p:cNvPr id="232" name="Google Shape;232;p11"/>
          <p:cNvSpPr txBox="1"/>
          <p:nvPr/>
        </p:nvSpPr>
        <p:spPr>
          <a:xfrm>
            <a:off x="11445651" y="5712804"/>
            <a:ext cx="5813649" cy="737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Admins can create, edit, and organize quizzes effortlessly from one place.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1" l="0" r="0" t="-3362"/>
            </a:stretch>
          </a:blipFill>
          <a:ln>
            <a:noFill/>
          </a:ln>
        </p:spPr>
      </p:sp>
      <p:sp>
        <p:nvSpPr>
          <p:cNvPr id="238" name="Google Shape;238;p12"/>
          <p:cNvSpPr/>
          <p:nvPr/>
        </p:nvSpPr>
        <p:spPr>
          <a:xfrm>
            <a:off x="13456423" y="1883102"/>
            <a:ext cx="3802877" cy="1486579"/>
          </a:xfrm>
          <a:custGeom>
            <a:rect b="b" l="l" r="r" t="t"/>
            <a:pathLst>
              <a:path extrusionOk="0" h="1486579" w="3802877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9" name="Google Shape;239;p12"/>
          <p:cNvSpPr/>
          <p:nvPr/>
        </p:nvSpPr>
        <p:spPr>
          <a:xfrm>
            <a:off x="395382" y="1883102"/>
            <a:ext cx="11301259" cy="6356958"/>
          </a:xfrm>
          <a:custGeom>
            <a:rect b="b" l="l" r="r" t="t"/>
            <a:pathLst>
              <a:path extrusionOk="0" h="6356958" w="11301259">
                <a:moveTo>
                  <a:pt x="0" y="0"/>
                </a:moveTo>
                <a:lnTo>
                  <a:pt x="11301259" y="0"/>
                </a:lnTo>
                <a:lnTo>
                  <a:pt x="113012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0" name="Google Shape;240;p12"/>
          <p:cNvSpPr txBox="1"/>
          <p:nvPr/>
        </p:nvSpPr>
        <p:spPr>
          <a:xfrm>
            <a:off x="10055907" y="4218713"/>
            <a:ext cx="7203393" cy="789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8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Admin Panel</a:t>
            </a:r>
            <a:endParaRPr/>
          </a:p>
        </p:txBody>
      </p:sp>
      <p:sp>
        <p:nvSpPr>
          <p:cNvPr id="241" name="Google Shape;241;p12"/>
          <p:cNvSpPr txBox="1"/>
          <p:nvPr/>
        </p:nvSpPr>
        <p:spPr>
          <a:xfrm>
            <a:off x="11445651" y="5712804"/>
            <a:ext cx="5813649" cy="737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Admins can create, edit, and organize quizzes effortlessly from one place.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1" l="0" r="0" t="-3362"/>
            </a:stretch>
          </a:blipFill>
          <a:ln>
            <a:noFill/>
          </a:ln>
        </p:spPr>
      </p:sp>
      <p:sp>
        <p:nvSpPr>
          <p:cNvPr id="247" name="Google Shape;247;p13"/>
          <p:cNvSpPr/>
          <p:nvPr/>
        </p:nvSpPr>
        <p:spPr>
          <a:xfrm>
            <a:off x="13456423" y="1883102"/>
            <a:ext cx="3802877" cy="1486579"/>
          </a:xfrm>
          <a:custGeom>
            <a:rect b="b" l="l" r="r" t="t"/>
            <a:pathLst>
              <a:path extrusionOk="0" h="1486579" w="3802877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8" name="Google Shape;248;p13"/>
          <p:cNvSpPr/>
          <p:nvPr/>
        </p:nvSpPr>
        <p:spPr>
          <a:xfrm>
            <a:off x="0" y="1965021"/>
            <a:ext cx="11301259" cy="6356958"/>
          </a:xfrm>
          <a:custGeom>
            <a:rect b="b" l="l" r="r" t="t"/>
            <a:pathLst>
              <a:path extrusionOk="0" h="6356958" w="11301259">
                <a:moveTo>
                  <a:pt x="0" y="0"/>
                </a:moveTo>
                <a:lnTo>
                  <a:pt x="11301259" y="0"/>
                </a:lnTo>
                <a:lnTo>
                  <a:pt x="113012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p13"/>
          <p:cNvSpPr txBox="1"/>
          <p:nvPr/>
        </p:nvSpPr>
        <p:spPr>
          <a:xfrm>
            <a:off x="10055907" y="4218713"/>
            <a:ext cx="7203393" cy="789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8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Quiz Categories</a:t>
            </a:r>
            <a:endParaRPr/>
          </a:p>
        </p:txBody>
      </p:sp>
      <p:sp>
        <p:nvSpPr>
          <p:cNvPr id="250" name="Google Shape;250;p13"/>
          <p:cNvSpPr txBox="1"/>
          <p:nvPr/>
        </p:nvSpPr>
        <p:spPr>
          <a:xfrm>
            <a:off x="11445651" y="5712804"/>
            <a:ext cx="5813649" cy="1108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Organizes quizzes into customizable categories for easy management and navigation.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1" l="0" r="0" t="-3362"/>
            </a:stretch>
          </a:blipFill>
          <a:ln>
            <a:noFill/>
          </a:ln>
        </p:spPr>
      </p:sp>
      <p:sp>
        <p:nvSpPr>
          <p:cNvPr id="256" name="Google Shape;256;p14"/>
          <p:cNvSpPr/>
          <p:nvPr/>
        </p:nvSpPr>
        <p:spPr>
          <a:xfrm>
            <a:off x="6645814" y="2669488"/>
            <a:ext cx="11301259" cy="6356958"/>
          </a:xfrm>
          <a:custGeom>
            <a:rect b="b" l="l" r="r" t="t"/>
            <a:pathLst>
              <a:path extrusionOk="0" h="6356958" w="11301259">
                <a:moveTo>
                  <a:pt x="0" y="0"/>
                </a:moveTo>
                <a:lnTo>
                  <a:pt x="11301259" y="0"/>
                </a:lnTo>
                <a:lnTo>
                  <a:pt x="113012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14"/>
          <p:cNvSpPr txBox="1"/>
          <p:nvPr/>
        </p:nvSpPr>
        <p:spPr>
          <a:xfrm>
            <a:off x="1028700" y="1217171"/>
            <a:ext cx="10990945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Quiz Customization</a:t>
            </a:r>
            <a:endParaRPr/>
          </a:p>
        </p:txBody>
      </p:sp>
      <p:grpSp>
        <p:nvGrpSpPr>
          <p:cNvPr id="258" name="Google Shape;258;p14"/>
          <p:cNvGrpSpPr/>
          <p:nvPr/>
        </p:nvGrpSpPr>
        <p:grpSpPr>
          <a:xfrm>
            <a:off x="1028700" y="2648057"/>
            <a:ext cx="6152213" cy="1198823"/>
            <a:chOff x="0" y="-28575"/>
            <a:chExt cx="8202951" cy="1598431"/>
          </a:xfrm>
        </p:grpSpPr>
        <p:sp>
          <p:nvSpPr>
            <p:cNvPr id="259" name="Google Shape;259;p14"/>
            <p:cNvSpPr txBox="1"/>
            <p:nvPr/>
          </p:nvSpPr>
          <p:spPr>
            <a:xfrm>
              <a:off x="0" y="-28575"/>
              <a:ext cx="8202951" cy="5323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#1</a:t>
              </a:r>
              <a:endParaRPr/>
            </a:p>
          </p:txBody>
        </p:sp>
        <p:sp>
          <p:nvSpPr>
            <p:cNvPr id="260" name="Google Shape;260;p14"/>
            <p:cNvSpPr txBox="1"/>
            <p:nvPr/>
          </p:nvSpPr>
          <p:spPr>
            <a:xfrm>
              <a:off x="0" y="622859"/>
              <a:ext cx="8202951" cy="946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Choose from multiple quiz types — objective, descriptive, or mixed.</a:t>
              </a:r>
              <a:endParaRPr/>
            </a:p>
          </p:txBody>
        </p:sp>
      </p:grpSp>
      <p:grpSp>
        <p:nvGrpSpPr>
          <p:cNvPr id="261" name="Google Shape;261;p14"/>
          <p:cNvGrpSpPr/>
          <p:nvPr/>
        </p:nvGrpSpPr>
        <p:grpSpPr>
          <a:xfrm>
            <a:off x="1028700" y="4612812"/>
            <a:ext cx="6537609" cy="1198823"/>
            <a:chOff x="0" y="-28575"/>
            <a:chExt cx="8716812" cy="1598431"/>
          </a:xfrm>
        </p:grpSpPr>
        <p:sp>
          <p:nvSpPr>
            <p:cNvPr id="262" name="Google Shape;262;p14"/>
            <p:cNvSpPr txBox="1"/>
            <p:nvPr/>
          </p:nvSpPr>
          <p:spPr>
            <a:xfrm>
              <a:off x="0" y="-28575"/>
              <a:ext cx="8716812" cy="5323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#2</a:t>
              </a:r>
              <a:endParaRPr/>
            </a:p>
          </p:txBody>
        </p:sp>
        <p:sp>
          <p:nvSpPr>
            <p:cNvPr id="263" name="Google Shape;263;p14"/>
            <p:cNvSpPr txBox="1"/>
            <p:nvPr/>
          </p:nvSpPr>
          <p:spPr>
            <a:xfrm>
              <a:off x="0" y="622859"/>
              <a:ext cx="8716812" cy="946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Set difficulty levels to match learner proficiency.</a:t>
              </a:r>
              <a:endParaRPr/>
            </a:p>
          </p:txBody>
        </p:sp>
      </p:grpSp>
      <p:grpSp>
        <p:nvGrpSpPr>
          <p:cNvPr id="264" name="Google Shape;264;p14"/>
          <p:cNvGrpSpPr/>
          <p:nvPr/>
        </p:nvGrpSpPr>
        <p:grpSpPr>
          <a:xfrm>
            <a:off x="1028700" y="7120005"/>
            <a:ext cx="5958041" cy="1198823"/>
            <a:chOff x="0" y="-28575"/>
            <a:chExt cx="7944055" cy="1598431"/>
          </a:xfrm>
        </p:grpSpPr>
        <p:sp>
          <p:nvSpPr>
            <p:cNvPr id="265" name="Google Shape;265;p14"/>
            <p:cNvSpPr txBox="1"/>
            <p:nvPr/>
          </p:nvSpPr>
          <p:spPr>
            <a:xfrm>
              <a:off x="0" y="-28575"/>
              <a:ext cx="7944055" cy="5323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#3</a:t>
              </a:r>
              <a:endParaRPr/>
            </a:p>
          </p:txBody>
        </p:sp>
        <p:sp>
          <p:nvSpPr>
            <p:cNvPr id="266" name="Google Shape;266;p14"/>
            <p:cNvSpPr txBox="1"/>
            <p:nvPr/>
          </p:nvSpPr>
          <p:spPr>
            <a:xfrm>
              <a:off x="0" y="622859"/>
              <a:ext cx="7944055" cy="946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Enable adaptive progression for personalized assessment.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1" l="0" r="0" t="-3362"/>
            </a:stretch>
          </a:blipFill>
          <a:ln>
            <a:noFill/>
          </a:ln>
        </p:spPr>
      </p:sp>
      <p:cxnSp>
        <p:nvCxnSpPr>
          <p:cNvPr id="272" name="Google Shape;272;p15"/>
          <p:cNvCxnSpPr/>
          <p:nvPr/>
        </p:nvCxnSpPr>
        <p:spPr>
          <a:xfrm>
            <a:off x="-585133" y="8805859"/>
            <a:ext cx="18873133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15"/>
          <p:cNvCxnSpPr/>
          <p:nvPr/>
        </p:nvCxnSpPr>
        <p:spPr>
          <a:xfrm>
            <a:off x="-585133" y="9334500"/>
            <a:ext cx="18873133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15"/>
          <p:cNvSpPr/>
          <p:nvPr/>
        </p:nvSpPr>
        <p:spPr>
          <a:xfrm>
            <a:off x="6880779" y="2179278"/>
            <a:ext cx="11301259" cy="6356958"/>
          </a:xfrm>
          <a:custGeom>
            <a:rect b="b" l="l" r="r" t="t"/>
            <a:pathLst>
              <a:path extrusionOk="0" h="6356958" w="11301259">
                <a:moveTo>
                  <a:pt x="0" y="0"/>
                </a:moveTo>
                <a:lnTo>
                  <a:pt x="11301259" y="0"/>
                </a:lnTo>
                <a:lnTo>
                  <a:pt x="113012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15"/>
          <p:cNvSpPr txBox="1"/>
          <p:nvPr/>
        </p:nvSpPr>
        <p:spPr>
          <a:xfrm>
            <a:off x="1028700" y="1123950"/>
            <a:ext cx="7203393" cy="785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8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Self Assessment</a:t>
            </a:r>
            <a:endParaRPr/>
          </a:p>
        </p:txBody>
      </p:sp>
      <p:sp>
        <p:nvSpPr>
          <p:cNvPr id="276" name="Google Shape;276;p15"/>
          <p:cNvSpPr txBox="1"/>
          <p:nvPr/>
        </p:nvSpPr>
        <p:spPr>
          <a:xfrm>
            <a:off x="1079239" y="2779583"/>
            <a:ext cx="5801539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Take a moment to reflect on your strengths, areas for growth. This quick self-evaluation will help you set meaningful goals moving forward.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1" l="0" r="0" t="-3362"/>
            </a:stretch>
          </a:blipFill>
          <a:ln>
            <a:noFill/>
          </a:ln>
        </p:spPr>
      </p:sp>
      <p:sp>
        <p:nvSpPr>
          <p:cNvPr id="282" name="Google Shape;282;p16"/>
          <p:cNvSpPr/>
          <p:nvPr/>
        </p:nvSpPr>
        <p:spPr>
          <a:xfrm>
            <a:off x="13456423" y="1883102"/>
            <a:ext cx="3802877" cy="1486579"/>
          </a:xfrm>
          <a:custGeom>
            <a:rect b="b" l="l" r="r" t="t"/>
            <a:pathLst>
              <a:path extrusionOk="0" h="1486579" w="3802877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3" name="Google Shape;283;p16"/>
          <p:cNvSpPr/>
          <p:nvPr/>
        </p:nvSpPr>
        <p:spPr>
          <a:xfrm>
            <a:off x="144393" y="2252052"/>
            <a:ext cx="11301259" cy="6356958"/>
          </a:xfrm>
          <a:custGeom>
            <a:rect b="b" l="l" r="r" t="t"/>
            <a:pathLst>
              <a:path extrusionOk="0" h="6356958" w="11301259">
                <a:moveTo>
                  <a:pt x="0" y="0"/>
                </a:moveTo>
                <a:lnTo>
                  <a:pt x="11301258" y="0"/>
                </a:lnTo>
                <a:lnTo>
                  <a:pt x="113012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4" name="Google Shape;284;p16"/>
          <p:cNvSpPr txBox="1"/>
          <p:nvPr/>
        </p:nvSpPr>
        <p:spPr>
          <a:xfrm>
            <a:off x="11721375" y="3781550"/>
            <a:ext cx="5288400" cy="17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8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Performance Ranking</a:t>
            </a:r>
            <a:endParaRPr/>
          </a:p>
        </p:txBody>
      </p:sp>
      <p:sp>
        <p:nvSpPr>
          <p:cNvPr id="285" name="Google Shape;285;p16"/>
          <p:cNvSpPr txBox="1"/>
          <p:nvPr/>
        </p:nvSpPr>
        <p:spPr>
          <a:xfrm>
            <a:off x="11445651" y="5712804"/>
            <a:ext cx="5813649" cy="737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Displays top performers with real-time score updates.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1" l="0" r="0" t="-3362"/>
            </a:stretch>
          </a:blipFill>
          <a:ln>
            <a:noFill/>
          </a:ln>
        </p:spPr>
      </p:sp>
      <p:sp>
        <p:nvSpPr>
          <p:cNvPr id="291" name="Google Shape;291;p17"/>
          <p:cNvSpPr/>
          <p:nvPr/>
        </p:nvSpPr>
        <p:spPr>
          <a:xfrm>
            <a:off x="13456423" y="1883102"/>
            <a:ext cx="3802877" cy="1486579"/>
          </a:xfrm>
          <a:custGeom>
            <a:rect b="b" l="l" r="r" t="t"/>
            <a:pathLst>
              <a:path extrusionOk="0" h="1486579" w="3802877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2" name="Google Shape;292;p17"/>
          <p:cNvSpPr/>
          <p:nvPr/>
        </p:nvSpPr>
        <p:spPr>
          <a:xfrm>
            <a:off x="144393" y="1829475"/>
            <a:ext cx="11301259" cy="6356958"/>
          </a:xfrm>
          <a:custGeom>
            <a:rect b="b" l="l" r="r" t="t"/>
            <a:pathLst>
              <a:path extrusionOk="0" h="6356958" w="11301259">
                <a:moveTo>
                  <a:pt x="0" y="0"/>
                </a:moveTo>
                <a:lnTo>
                  <a:pt x="11301258" y="0"/>
                </a:lnTo>
                <a:lnTo>
                  <a:pt x="113012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3" name="Google Shape;293;p17"/>
          <p:cNvSpPr txBox="1"/>
          <p:nvPr/>
        </p:nvSpPr>
        <p:spPr>
          <a:xfrm>
            <a:off x="10055907" y="4218713"/>
            <a:ext cx="7203393" cy="789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8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Achievements</a:t>
            </a:r>
            <a:endParaRPr/>
          </a:p>
        </p:txBody>
      </p:sp>
      <p:sp>
        <p:nvSpPr>
          <p:cNvPr id="294" name="Google Shape;294;p17"/>
          <p:cNvSpPr txBox="1"/>
          <p:nvPr/>
        </p:nvSpPr>
        <p:spPr>
          <a:xfrm>
            <a:off x="11445651" y="5712804"/>
            <a:ext cx="5813649" cy="737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 Dashboard: Your Quiz Stats at a Glance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361" l="0" r="0" t="-3362"/>
            </a:stretch>
          </a:blipFill>
          <a:ln>
            <a:noFill/>
          </a:ln>
        </p:spPr>
      </p:sp>
      <p:sp>
        <p:nvSpPr>
          <p:cNvPr id="300" name="Google Shape;300;p18"/>
          <p:cNvSpPr txBox="1"/>
          <p:nvPr/>
        </p:nvSpPr>
        <p:spPr>
          <a:xfrm>
            <a:off x="1028700" y="2739036"/>
            <a:ext cx="7203393" cy="662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8" u="none" cap="none" strike="noStrik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  <a:endParaRPr/>
          </a:p>
        </p:txBody>
      </p:sp>
      <p:sp>
        <p:nvSpPr>
          <p:cNvPr id="301" name="Google Shape;301;p18"/>
          <p:cNvSpPr txBox="1"/>
          <p:nvPr/>
        </p:nvSpPr>
        <p:spPr>
          <a:xfrm>
            <a:off x="11505590" y="8892540"/>
            <a:ext cx="575371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www.smartquizhub.com</a:t>
            </a:r>
            <a:endParaRPr/>
          </a:p>
        </p:txBody>
      </p:sp>
      <p:cxnSp>
        <p:nvCxnSpPr>
          <p:cNvPr id="302" name="Google Shape;302;p18"/>
          <p:cNvCxnSpPr/>
          <p:nvPr/>
        </p:nvCxnSpPr>
        <p:spPr>
          <a:xfrm>
            <a:off x="-585133" y="8805859"/>
            <a:ext cx="18873133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18"/>
          <p:cNvCxnSpPr/>
          <p:nvPr/>
        </p:nvCxnSpPr>
        <p:spPr>
          <a:xfrm>
            <a:off x="-585133" y="9334500"/>
            <a:ext cx="18873133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18"/>
          <p:cNvSpPr txBox="1"/>
          <p:nvPr/>
        </p:nvSpPr>
        <p:spPr>
          <a:xfrm>
            <a:off x="1028700" y="5738073"/>
            <a:ext cx="214954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E-mail</a:t>
            </a:r>
            <a:endParaRPr/>
          </a:p>
        </p:txBody>
      </p:sp>
      <p:sp>
        <p:nvSpPr>
          <p:cNvPr id="305" name="Google Shape;305;p18"/>
          <p:cNvSpPr txBox="1"/>
          <p:nvPr/>
        </p:nvSpPr>
        <p:spPr>
          <a:xfrm>
            <a:off x="3178247" y="5712038"/>
            <a:ext cx="5362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smartquiz34@yahoo.com</a:t>
            </a:r>
            <a:endParaRPr/>
          </a:p>
        </p:txBody>
      </p:sp>
      <p:sp>
        <p:nvSpPr>
          <p:cNvPr id="306" name="Google Shape;306;p18"/>
          <p:cNvSpPr txBox="1"/>
          <p:nvPr/>
        </p:nvSpPr>
        <p:spPr>
          <a:xfrm>
            <a:off x="1028700" y="6330711"/>
            <a:ext cx="214954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Social Media</a:t>
            </a:r>
            <a:endParaRPr/>
          </a:p>
        </p:txBody>
      </p:sp>
      <p:sp>
        <p:nvSpPr>
          <p:cNvPr id="307" name="Google Shape;307;p18"/>
          <p:cNvSpPr txBox="1"/>
          <p:nvPr/>
        </p:nvSpPr>
        <p:spPr>
          <a:xfrm>
            <a:off x="3178247" y="6304676"/>
            <a:ext cx="5362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@smartquiz</a:t>
            </a:r>
            <a:endParaRPr/>
          </a:p>
        </p:txBody>
      </p:sp>
      <p:sp>
        <p:nvSpPr>
          <p:cNvPr id="308" name="Google Shape;308;p18"/>
          <p:cNvSpPr txBox="1"/>
          <p:nvPr/>
        </p:nvSpPr>
        <p:spPr>
          <a:xfrm>
            <a:off x="1028700" y="6923349"/>
            <a:ext cx="214954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Phone</a:t>
            </a:r>
            <a:endParaRPr/>
          </a:p>
        </p:txBody>
      </p:sp>
      <p:sp>
        <p:nvSpPr>
          <p:cNvPr id="309" name="Google Shape;309;p18"/>
          <p:cNvSpPr txBox="1"/>
          <p:nvPr/>
        </p:nvSpPr>
        <p:spPr>
          <a:xfrm>
            <a:off x="3178247" y="6897314"/>
            <a:ext cx="5362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+013-766-7530</a:t>
            </a:r>
            <a:endParaRPr/>
          </a:p>
        </p:txBody>
      </p:sp>
      <p:sp>
        <p:nvSpPr>
          <p:cNvPr id="310" name="Google Shape;310;p18"/>
          <p:cNvSpPr txBox="1"/>
          <p:nvPr/>
        </p:nvSpPr>
        <p:spPr>
          <a:xfrm>
            <a:off x="1028700" y="7515987"/>
            <a:ext cx="214954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Address</a:t>
            </a:r>
            <a:endParaRPr/>
          </a:p>
        </p:txBody>
      </p:sp>
      <p:sp>
        <p:nvSpPr>
          <p:cNvPr id="311" name="Google Shape;311;p18"/>
          <p:cNvSpPr txBox="1"/>
          <p:nvPr/>
        </p:nvSpPr>
        <p:spPr>
          <a:xfrm>
            <a:off x="3178247" y="7489952"/>
            <a:ext cx="5362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 Zakaria St., Khulna</a:t>
            </a:r>
            <a:endParaRPr/>
          </a:p>
        </p:txBody>
      </p:sp>
      <p:sp>
        <p:nvSpPr>
          <p:cNvPr id="312" name="Google Shape;312;p18"/>
          <p:cNvSpPr txBox="1"/>
          <p:nvPr/>
        </p:nvSpPr>
        <p:spPr>
          <a:xfrm>
            <a:off x="1028700" y="4803775"/>
            <a:ext cx="4764688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CONTACT US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